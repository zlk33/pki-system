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113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Przedstawiamy projekt edukacyjnego PKI — od Root CA, przez certyfikaty, po podpisy i weryfikację dokumentów.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nie jest produkcyjne HSM-PKI, ale kompletny przepływ X.509, CSR, CRL i podpisów odłączonych.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Cała kryptografia jest w Pythonie. Frontend tylko zbiera dane i wyświetla wyniki.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Backend jest sercem projektu — spełnia wymaganie przedmiotu dotyczące Pythona.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Schemat w db/init.sql. Lekkie migracje przy starcie backendu.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Każde żądanie API (poza login/register) wymaga tokenu.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Operacja jednorazowa — fundament całego PKI.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Tryb B umożliwia podpisywanie dokumentów w panelu.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Nie modyfikujemy oryginału — dostarczamy plik podpisu do weryfikacji.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Można zweryfikować na innym komputerze — plik podpisu jest samowystarczalny.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CRL to standardowy element PKI — lista numerów seryjnych revoked certów.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Pierwszy zarejestrowany użytkownik zostaje adminem.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Pełna historia działań w systemie — przydatne na obronie.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Projekt edukacyjny — wiemy, co byłoby potrzebne w produkcji.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Dziękujemy za uwagę. Jesteśmy gotowi na pytania.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Studenckie PKI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DBEAFE"/>
                </a:solidFill>
                <a:latin typeface="Calibri"/>
              </a:rPr>
              <a:t>System zarządzania infrastrukturą klucza publicznego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Zespół projektowy: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Jakub Zalewski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Hubert Rachwalik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Jakub Zaborski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Mateusz Rutkowski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Michał Dęby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Robert Graff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Wojciech Bojko</a:t>
            </a:r>
          </a:p>
          <a:p>
            <a:endParaRPr sz="1800" b="0">
              <a:solidFill>
                <a:srgbClr val="111827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Stack: Python (FastAPI) + PostgreSQL + Next.js +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Cel projektu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Działający, lokalny system PKI z panelem webowym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Rejestracja, logowanie, certyfikaty użytkowników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Podpisywanie dokumentów i weryfikacja podpisu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Panel admina: użytkownicy, CRL, dziennik zdarzeń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0" y="777240"/>
            <a:ext cx="3154680" cy="5303520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>
                <a:solidFill>
                  <a:srgbClr val="4B5563"/>
                </a:solidFill>
                <a:latin typeface="Calibri"/>
              </a:rPr>
              <a:t>📷</a:t>
            </a:r>
          </a:p>
          <a:p>
            <a:pPr algn="ctr"/>
            <a:r>
              <a:rPr sz="1400" b="1">
                <a:solidFill>
                  <a:srgbClr val="4B5563"/>
                </a:solidFill>
                <a:latin typeface="Calibri"/>
              </a:rPr>
              <a:t>Wstaw zdjęcie</a:t>
            </a:r>
          </a:p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Zrzut ekranu — dashboard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C0FF058A-8AA3-7F09-B5FA-89F785180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549" y="758952"/>
            <a:ext cx="3187971" cy="53218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Architektura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Frontend Next.js (port 3000) — panel użytkownika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Backend FastAPI (port 8000) — logika PKI w Pythonie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PostgreSQL — użytkownicy, certyfikaty, audyt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Docker Compose — 3 kontenery + wolumen /app/certs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5CEDBD16-DDB1-257B-544D-150857699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844" y="3520440"/>
            <a:ext cx="5839640" cy="2038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Backend (Python)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main.py — REST API, JWT, orchestracja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ca_manager.py — generowanie Root CA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cert_manager.py — podpisywanie CSR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crl_manager.py — lista CRL (PEM)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audit.py — dziennik zdarzeń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db.py — modele SQLAlchemy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08832943-7505-5E8D-8403-2E558AF00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886" y="777240"/>
            <a:ext cx="2762636" cy="25244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Baza danych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users — konta, role admin / user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certificates — PEM, status, unieważnienie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requests — żądania CSR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signed_documents — metadane podpisów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audit_logs — historia operacji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Uwierzytelnianie i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Rejestracja — pierwszy użytkownik = admin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Logowanie — JWT Bearer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Admin: CA, użytkownicy, certyfikaty, CRL, audyt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User: własne certyfikaty, CSR, podpisywanie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973CCDF7-4649-B441-3D66-5E9FFAB6F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761827"/>
            <a:ext cx="3474720" cy="3410373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9D118FD2-1277-357E-2B5B-2CB4CBCFF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0748" y="1615014"/>
            <a:ext cx="3591772" cy="46486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Root 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Admin → Root CA → Inicjalizuj (jednorazowo)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RSA-2048, certyfikat samopodpisany (10 lat)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Klucz w /app/certs/root_ca.key (wolumen Docker)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Bez Root CA nie da się wystawiać certyfikatów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845584DA-CDCA-6BE3-12E1-E11711FB5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441" y="2530195"/>
            <a:ext cx="4667901" cy="30960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Wystawianie certyfikatów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Tryb A — CSR: wniosek → zatwierdzenie przez admina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Tryb B — admin wystawia certyfikat dla użytkownika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Klucz generowany na serwerze (tryb demo)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Pobieranie certyfikatu PEM i klucza prywatnego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F6C1EB76-CDA7-84D8-2381-797A832CF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235" y="777240"/>
            <a:ext cx="3618285" cy="38976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Podpisywanie dokumentów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Upload pliku → podpis RSA-SHA256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Plik .pki.sig.json: hash, podpis, timestamp, cert PEM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Podpis odłączony — oryginał zostaje u użytkownika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Format: studenckie-pki-v2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0455387B-FC71-D581-F75A-0D9C94EBF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823" y="2121408"/>
            <a:ext cx="4500174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Weryfikacja podpisu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Upload: oryginalny dokument + plik podpisu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Sprawdzenie hasha SHA-256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Weryfikacja podpisu kryptograficznego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Kontrola ważności i statusu certyfikatu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ECBA7A15-1F1B-5BEB-F942-BC899646F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525" y="2313941"/>
            <a:ext cx="6487430" cy="36200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CRL i unieważnianie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Unieważnienie certyfikatu → status REVOKED + powód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CRL (Certificate Revocation List) w formacie PEM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Pobieranie CRL z panelu admina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Weryfikacja odrzuca unieważniony certyfikat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6313BF6B-E2F0-4EAC-7F69-23DD13A97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353723"/>
            <a:ext cx="6799074" cy="1973925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D239567E-E55A-29D3-2152-94DEA0284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670" y="694417"/>
            <a:ext cx="3082850" cy="3619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Zarządzanie użytkownikami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Lista kont, tworzenie użytkownika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Zmiana roli admin / user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Reset hasła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Usuwanie (z ochroną ostatniego admina)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2ECE4041-EAE0-CF07-14C8-5307A217F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62" y="2719400"/>
            <a:ext cx="8783276" cy="25530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Dziennik zdarzeń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Kto wykonał — imię, email, rola (snapshot)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Co — akcja i opis po polsku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Na czym — cel, ID zasobu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Metadane — np. zmiany przy edycji użytkownika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769D65AE-A105-5F21-B45E-7C136315A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71" y="2496311"/>
            <a:ext cx="7106858" cy="34609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Ograniczenia i rozwój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Brak HSM — klucz Root CA w pliku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Brak OCSP — tylko CRL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Brak Intermediate CA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Możliwe: PKCS#12, OCSP, TSA, HSM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Podsumowanie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Działające PKI w Dockerze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Python jako rdzeń kryptograficzny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Auth, role, panel admina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Certyfikaty, CSR, CRL, podpisy, weryfikacja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Audit log i dokumentacja</a:t>
            </a:r>
          </a:p>
          <a:p>
            <a:endParaRPr sz="1800" b="0">
              <a:solidFill>
                <a:srgbClr val="111827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Pytania?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682</Words>
  <Application>Microsoft Office PowerPoint</Application>
  <PresentationFormat>Pokaz na ekranie (4:3)</PresentationFormat>
  <Paragraphs>106</Paragraphs>
  <Slides>15</Slides>
  <Notes>15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Zalewski Jakub</cp:lastModifiedBy>
  <cp:revision>2</cp:revision>
  <dcterms:created xsi:type="dcterms:W3CDTF">2013-01-27T09:14:16Z</dcterms:created>
  <dcterms:modified xsi:type="dcterms:W3CDTF">2026-06-26T10:30:54Z</dcterms:modified>
  <cp:category/>
</cp:coreProperties>
</file>